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SKILLBRIDGE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500">
                <a:solidFill>
                  <a:srgbClr val="DCE8FA"/>
                </a:solidFill>
              </a:rPr>
              <a:t>From Skill Gap to Career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SIH26044 — Portal for Academia–Industry Collaboration
for Skill Mapping, Internships and 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D2DCEB"/>
                </a:solidFill>
              </a:rPr>
              <a:t>Internal Hackathon • P.G.D.A.V. College • University of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Students, institutions and industry often operate in separate information silos.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520440" cy="42976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29768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1790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93392"/>
            <a:ext cx="3154680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• Unclear industry skill requirements
• No clear view of personal skill gaps
• Generic internship/job discovery
• Hard to prove skills and projects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42976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73152" cy="429768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1790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Institutions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80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• Limited visibility into student skill gaps
• Training may not reflect current demand
• Fragmented industry interaction
• Difficult to measure readiness at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71600"/>
            <a:ext cx="3520440" cy="42976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71600"/>
            <a:ext cx="73152" cy="4297680"/>
          </a:xfrm>
          <a:prstGeom prst="rect">
            <a:avLst/>
          </a:prstGeom>
          <a:solidFill>
            <a:srgbClr val="AA6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51790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993392"/>
            <a:ext cx="3154680" cy="3547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• Finding suitable student talent takes time
• Screening is often manual
• Skills are not easily mapped to roles
• College collaboration is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2.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A single skill-centric platform connecting students, academia and industry.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38912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438912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06324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Profile → Assessment → Skill map → Gap analysis → Learning → Internship/job match →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38912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438912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Industry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93392"/>
            <a:ext cx="306324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Company profile → Define required skills → Post opportunity → Discover suitable students → Collaborate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29000" cy="438912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4389120"/>
          </a:xfrm>
          <a:prstGeom prst="rect">
            <a:avLst/>
          </a:prstGeom>
          <a:solidFill>
            <a:srgbClr val="AA6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517904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063240" cy="3639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Student skill analytics → Industry demand → Targeted training → Collaboration → Outcome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3.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The core loop: Skill Gap → Skill Development → Opportunity.</a:t>
            </a:r>
          </a:p>
        </p:txBody>
      </p:sp>
      <p:sp>
        <p:nvSpPr>
          <p:cNvPr id="5" name="Oval 4"/>
          <p:cNvSpPr/>
          <p:nvPr/>
        </p:nvSpPr>
        <p:spPr>
          <a:xfrm>
            <a:off x="1033271" y="1463040"/>
            <a:ext cx="640080" cy="640080"/>
          </a:xfrm>
          <a:prstGeom prst="ellipse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6184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737360" cy="22860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73152" cy="228600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47802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953512"/>
            <a:ext cx="137160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Career goal</a:t>
            </a:r>
          </a:p>
        </p:txBody>
      </p:sp>
      <p:sp>
        <p:nvSpPr>
          <p:cNvPr id="11" name="Oval 10"/>
          <p:cNvSpPr/>
          <p:nvPr/>
        </p:nvSpPr>
        <p:spPr>
          <a:xfrm>
            <a:off x="2971800" y="1463040"/>
            <a:ext cx="640080" cy="640080"/>
          </a:xfrm>
          <a:prstGeom prst="ellipse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6184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1448" y="2331720"/>
            <a:ext cx="1737360" cy="22860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41448" y="2331720"/>
            <a:ext cx="73152" cy="228600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247802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Assess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953512"/>
            <a:ext cx="137160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Measure skills</a:t>
            </a:r>
          </a:p>
        </p:txBody>
      </p:sp>
      <p:sp>
        <p:nvSpPr>
          <p:cNvPr id="17" name="Oval 16"/>
          <p:cNvSpPr/>
          <p:nvPr/>
        </p:nvSpPr>
        <p:spPr>
          <a:xfrm>
            <a:off x="4910328" y="1463040"/>
            <a:ext cx="640080" cy="640080"/>
          </a:xfrm>
          <a:prstGeom prst="ellipse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0328" y="16184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2331720"/>
            <a:ext cx="1737360" cy="22860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9976" y="2331720"/>
            <a:ext cx="73152" cy="228600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247802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953512"/>
            <a:ext cx="137160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Current vs required</a:t>
            </a:r>
          </a:p>
        </p:txBody>
      </p:sp>
      <p:sp>
        <p:nvSpPr>
          <p:cNvPr id="23" name="Oval 22"/>
          <p:cNvSpPr/>
          <p:nvPr/>
        </p:nvSpPr>
        <p:spPr>
          <a:xfrm>
            <a:off x="6848856" y="1463040"/>
            <a:ext cx="640080" cy="640080"/>
          </a:xfrm>
          <a:prstGeom prst="ellipse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8856" y="16184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18504" y="2331720"/>
            <a:ext cx="1737360" cy="22860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18504" y="2331720"/>
            <a:ext cx="73152" cy="228600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47802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Improve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2953512"/>
            <a:ext cx="137160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Targeted learning</a:t>
            </a:r>
          </a:p>
        </p:txBody>
      </p:sp>
      <p:sp>
        <p:nvSpPr>
          <p:cNvPr id="29" name="Oval 28"/>
          <p:cNvSpPr/>
          <p:nvPr/>
        </p:nvSpPr>
        <p:spPr>
          <a:xfrm>
            <a:off x="8787384" y="1463040"/>
            <a:ext cx="640080" cy="640080"/>
          </a:xfrm>
          <a:prstGeom prst="ellipse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7384" y="16184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57032" y="2331720"/>
            <a:ext cx="1737360" cy="22860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57032" y="2331720"/>
            <a:ext cx="73152" cy="228600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247802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Match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953512"/>
            <a:ext cx="137160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Relevant roles</a:t>
            </a:r>
          </a:p>
        </p:txBody>
      </p:sp>
      <p:sp>
        <p:nvSpPr>
          <p:cNvPr id="35" name="Oval 34"/>
          <p:cNvSpPr/>
          <p:nvPr/>
        </p:nvSpPr>
        <p:spPr>
          <a:xfrm>
            <a:off x="10725912" y="1463040"/>
            <a:ext cx="640080" cy="640080"/>
          </a:xfrm>
          <a:prstGeom prst="ellipse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25912" y="161848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2331720"/>
            <a:ext cx="1737360" cy="22860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95560" y="2331720"/>
            <a:ext cx="73152" cy="228600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96728" y="247802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Track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96728" y="2953512"/>
            <a:ext cx="1371600" cy="1536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Applications + portfolio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4.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Built around the complete student-to-opportunity lifecycle.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5780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73152" cy="105156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3350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Skill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10512"/>
            <a:ext cx="489204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Role-based tests and profile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88720"/>
            <a:ext cx="525780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188720"/>
            <a:ext cx="73152" cy="105156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3350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Skill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810512"/>
            <a:ext cx="489204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Map skills to careers and opportunities.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87168"/>
            <a:ext cx="525780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487168"/>
            <a:ext cx="73152" cy="105156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6334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Skill-Gap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108960"/>
            <a:ext cx="489204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Show exactly what needs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487168"/>
            <a:ext cx="525780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487168"/>
            <a:ext cx="73152" cy="105156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6334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Learning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108960"/>
            <a:ext cx="489204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Suggest targeted learning and projects.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85615"/>
            <a:ext cx="525780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85615"/>
            <a:ext cx="73152" cy="105156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93192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Opportunity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407407"/>
            <a:ext cx="489204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Match by required skills.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785615"/>
            <a:ext cx="525780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785615"/>
            <a:ext cx="73152" cy="105156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3931920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Digital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4407407"/>
            <a:ext cx="489204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Projects, certificates and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84064"/>
            <a:ext cx="525780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084064"/>
            <a:ext cx="73152" cy="105156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523036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Industry Collaboration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705855"/>
            <a:ext cx="489204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Internships, workshops, mentorship and projects.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084064"/>
            <a:ext cx="5257800" cy="1051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5084064"/>
            <a:ext cx="73152" cy="105156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5230368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Institutional 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5705855"/>
            <a:ext cx="4892040" cy="3017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Skill gaps and industry-demand trends.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5. Where AI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Use AI for personalization and matching—not just for the sake of using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21208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73152" cy="132588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517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Skill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93392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Extract relevant skills from student profiles/resumes and opportunity descriptions.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32588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17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Explainable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Compare student skills with role requirements and explain the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71800"/>
            <a:ext cx="521208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971800"/>
            <a:ext cx="73152" cy="132588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1181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Personalized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593592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Recommend actions based on the student's specific skill gaps.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71800"/>
            <a:ext cx="5212080" cy="13258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971800"/>
            <a:ext cx="73152" cy="132588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1181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Career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93592"/>
            <a:ext cx="484632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Surface skill-demand trends and relevant career pathways.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6. Three Dashboards, One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520440" cy="4480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448056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721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Student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315468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Career readiness
Skill strengths &amp; gaps
Recommended learning
Internships/jobs
Application tracking
Digital portfolio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4480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73152" cy="448056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721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Industry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47672"/>
            <a:ext cx="315468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Company profile
Post opportunities
Define required skills
Candidate discovery
Shortlisting support
Collaboration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325880"/>
            <a:ext cx="3520440" cy="4480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325880"/>
            <a:ext cx="73152" cy="4480560"/>
          </a:xfrm>
          <a:prstGeom prst="rect">
            <a:avLst/>
          </a:prstGeom>
          <a:solidFill>
            <a:srgbClr val="AA6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472184"/>
            <a:ext cx="3154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Institution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947672"/>
            <a:ext cx="315468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Skill-gap analytics
Industry demand
Training priorities
Internship participation
Collaboration tracking
Outcome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7. Example: Data Analyst Aspirant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How the platform converts a career goal into an actionable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480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448056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26463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Current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301752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Excel — Strong
Statistics — Strong
Python — Moderate
SQL — Needs improvement
Goal: Data Analyst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4480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73152" cy="448056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26463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Gap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01952"/>
            <a:ext cx="301752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Compare current skills with target-role requirements.
Prioritize the largest gaps and show what to improve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383280" cy="448056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73152" cy="4480560"/>
          </a:xfrm>
          <a:prstGeom prst="rect">
            <a:avLst/>
          </a:prstGeom>
          <a:solidFill>
            <a:srgbClr val="AA6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26463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Action →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17520" cy="3730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Targeted SQL/Python learning
↓
Re-assessment
↓
Relevant internship matches
↓
Portfolio + application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8. Proposed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Modular architecture that can start small and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188720"/>
            <a:ext cx="9966960" cy="749808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188720"/>
            <a:ext cx="73152" cy="749808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33502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810512"/>
            <a:ext cx="9601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React / responsive web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148840"/>
            <a:ext cx="9966960" cy="749808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148840"/>
            <a:ext cx="73152" cy="749808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229514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770632"/>
            <a:ext cx="9601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Node.js or Python API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108960"/>
            <a:ext cx="9966960" cy="749808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108960"/>
            <a:ext cx="73152" cy="749808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325526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730752"/>
            <a:ext cx="9601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PostgreSQL / MySQL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069080"/>
            <a:ext cx="9966960" cy="749808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4069080"/>
            <a:ext cx="73152" cy="749808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421538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690872"/>
            <a:ext cx="9601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Skill extraction, recommendation and matching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029200"/>
            <a:ext cx="9966960" cy="749808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5029200"/>
            <a:ext cx="73152" cy="749808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5175504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650992"/>
            <a:ext cx="960120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Role-based authentication for Student, Industry and Institution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9. Innovation &amp;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We are not building just another internship/job portal.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443484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4434840"/>
          </a:xfrm>
          <a:prstGeom prst="rect">
            <a:avLst/>
          </a:prstGeom>
          <a:solidFill>
            <a:srgbClr val="96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179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Traditional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92040" cy="3685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Opportunity first
↓
Student applies
↓
Recruiter screens
Skill readiness and exact skill gaps remain unclear.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443484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443484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51790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SkillBridge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92040" cy="3685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Skills first
↓
Identify gaps
↓
Improve skills
↓
Explainable matching
↓
Opportunity + portfolio
A continuous career-readiness loop.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10. Expected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A measurable bridge between education and employability.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17830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78308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72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489204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Clearer career paths, targeted upskilling and better-fit opportunities.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17830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73152" cy="178308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721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For Colleges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47672"/>
            <a:ext cx="489204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Data-driven training and visibility into industry-relevant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257800" cy="17830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73152" cy="178308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6210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For Industry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96511"/>
            <a:ext cx="489204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Faster discovery of students with relevant, evidence-backed skills.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74720"/>
            <a:ext cx="5257800" cy="178308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74720"/>
            <a:ext cx="73152" cy="178308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62102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For the 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96511"/>
            <a:ext cx="4892040" cy="1033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Stronger academia–industry collaboration and continuous feedback.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2A4E"/>
                </a:solidFill>
              </a:rPr>
              <a:t>11.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E7D"/>
                </a:solidFill>
              </a:rPr>
              <a:t>Build a focused MVP first, then expand.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606040" cy="43434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34340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Phase 1
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39112"/>
            <a:ext cx="2240280" cy="3593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Profiles, assessment, skill-gap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417320"/>
            <a:ext cx="2606040" cy="43434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417320"/>
            <a:ext cx="73152" cy="434340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7" y="1563624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Phase 2
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7" y="2039112"/>
            <a:ext cx="2240280" cy="3593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Opportunity posting + skill-based matching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17320"/>
            <a:ext cx="2606040" cy="43434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17320"/>
            <a:ext cx="73152" cy="4343400"/>
          </a:xfrm>
          <a:prstGeom prst="rect">
            <a:avLst/>
          </a:prstGeom>
          <a:solidFill>
            <a:srgbClr val="2A6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563624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Phase 3
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039112"/>
            <a:ext cx="2240280" cy="3593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Skill extraction + personalized recommendations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59" y="1417320"/>
            <a:ext cx="2606040" cy="4343400"/>
          </a:xfrm>
          <a:prstGeom prst="roundRect">
            <a:avLst/>
          </a:prstGeom>
          <a:solidFill>
            <a:srgbClr val="F1F6FC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59" y="1417320"/>
            <a:ext cx="73152" cy="4343400"/>
          </a:xfrm>
          <a:prstGeom prst="rect">
            <a:avLst/>
          </a:prstGeom>
          <a:solidFill>
            <a:srgbClr val="2C8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1563624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2A4E"/>
                </a:solidFill>
              </a:rPr>
              <a:t>Phase 4
Ecosystem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039112"/>
            <a:ext cx="2240280" cy="3593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232830"/>
                </a:solidFill>
              </a:rPr>
              <a:t>Institution analytics + collaboration 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D"/>
                </a:solidFill>
              </a:rPr>
              <a:t>SkillBridge • SIH26044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SKILLBRIDGE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DCE8FA"/>
                </a:solidFill>
              </a:rPr>
              <a:t>Assess • Identify • Improve • Match • Collaborate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461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We don't just connect students to opportunities.
We help them become ready for the right opportunities.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E8FA"/>
                </a:solidFill>
              </a:rP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